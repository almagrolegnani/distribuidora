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17"/>
    <p:sldId id="267" r:id="rId18"/>
    <p:sldId id="260" r:id="rId6"/>
    <p:sldId id="261" r:id="rId7"/>
    <p:sldId id="262" r:id="rId8"/>
    <p:sldId id="263" r:id="rId9"/>
    <p:sldId id="264" r:id="rId10"/>
    <p:sldId id="268" r:id="rId19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5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5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3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48640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TuStockApp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más simple de que tus clientes hagan pedidos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esperas. Sin llamadas. Sin recorrer la ciudad entera para tomar un pedido.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oculto de vender puerta a puerta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689354"/>
            <a:ext cx="507492" cy="507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61848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vendedores recorren más de 150 almacenes por día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70632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2859786"/>
            <a:ext cx="507492" cy="5074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788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para toda la flota, todos los días del mes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941064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4030218"/>
            <a:ext cx="507492" cy="5074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9593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espera a que llegue el vendedor para recién ahí poder pedir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5111496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" y="5200650"/>
            <a:ext cx="507492" cy="5074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512978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tanto, el almacén deja de atender a sus propios clientes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7772400" y="1600200"/>
            <a:ext cx="3886200" cy="4480560"/>
          </a:xfrm>
          <a:prstGeom prst="roundRect">
            <a:avLst>
              <a:gd name="adj" fmla="val 2824"/>
            </a:avLst>
          </a:prstGeom>
          <a:solidFill>
            <a:srgbClr val="E8F5F3"/>
          </a:solidFill>
          <a:ln/>
        </p:spPr>
      </p:sp>
      <p:sp>
        <p:nvSpPr>
          <p:cNvPr id="16" name="Shape 10"/>
          <p:cNvSpPr/>
          <p:nvPr/>
        </p:nvSpPr>
        <p:spPr>
          <a:xfrm>
            <a:off x="934974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4838" y="2015338"/>
            <a:ext cx="541325" cy="5413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0" y="28346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6600" dirty="0"/>
          </a:p>
        </p:txBody>
      </p:sp>
      <p:sp>
        <p:nvSpPr>
          <p:cNvPr id="19" name="Text 12"/>
          <p:cNvSpPr/>
          <p:nvPr/>
        </p:nvSpPr>
        <p:spPr>
          <a:xfrm>
            <a:off x="795528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por día, por cada vendedor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Damos vuelta la ecuación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entra a TuStockApp cuando quiere, ve el catálogo actualizado de su distribuidora, y hace su pedido en minutos.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esperar a nadie. Las 24 horas, los 365 días del año.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siempre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la distribuidora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195178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real en combustible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recorridos innecesarios: el cliente carga su propio pedido cuando quiere.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67" y="195178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dependencia de vendedores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y el pedido los resuelve la app, no hace falta visitar cada almacén.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19206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automáticamente con cada pedido, sin errores de conteo manual.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2648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67" y="4192067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menos vendedores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Cuantos más clientes se acostumbran a pedir solos, menos gente necesitás en la calle.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cada almacén cliente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195178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cuando quiere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cualquier hora, sin esperar a que pase el vendedor.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67" y="195178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fotos y precios reales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con su foto, precio actualizado y si está disponible.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19206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descuentos, automáticos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 un descuento especial, se aplica solo, sin tener que pedirlo.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2648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67" y="4192067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como una app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en la pantalla del celular, sin pasar por ninguna tienda de aplicaciones.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de simple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4874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499" y="1959559"/>
            <a:ext cx="744322" cy="7443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7170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21717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distribuidora da de alta al cliente y le entrega un código único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0896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18338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139" y="1959559"/>
            <a:ext cx="744322" cy="74432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0634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50063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entra a TuStockApp con ese código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01802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79" y="1959559"/>
            <a:ext cx="744322" cy="74432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4098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3"/>
          <p:cNvSpPr/>
          <p:nvPr/>
        </p:nvSpPr>
        <p:spPr>
          <a:xfrm>
            <a:off x="78409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1792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el catálogo y arma su pedido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77824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85266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419" y="1959559"/>
            <a:ext cx="744322" cy="74432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67562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18"/>
          <p:cNvSpPr/>
          <p:nvPr/>
        </p:nvSpPr>
        <p:spPr>
          <a:xfrm>
            <a:off x="106756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05256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distribuidora recibe el pedido y lo gestiona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distribuidora, su propio mundo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780794"/>
            <a:ext cx="507492" cy="507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099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ve solo el catálogo de SU distribuidora, nunca el de otra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2969514"/>
            <a:ext cx="507492" cy="5074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8986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código único, entregado por la propia distribuidora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0690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4158234"/>
            <a:ext cx="507492" cy="5074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0873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por RUT o Cédula del comercio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5257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" y="5346954"/>
            <a:ext cx="507492" cy="5074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527608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resolver cualquier problema, sin exponer contraseñas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ya incluye TuStockApp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21168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190537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producto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25112" y="169164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8" name="Shape 5"/>
          <p:cNvSpPr/>
          <p:nvPr/>
        </p:nvSpPr>
        <p:spPr>
          <a:xfrm>
            <a:off x="4581144" y="21168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45" y="2190537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5232" y="169164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desglosado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01584" y="169164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12" name="Shape 8"/>
          <p:cNvSpPr/>
          <p:nvPr/>
        </p:nvSpPr>
        <p:spPr>
          <a:xfrm>
            <a:off x="8357616" y="21168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317" y="219053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61704" y="169164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cliente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337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16" name="Shape 11"/>
          <p:cNvSpPr/>
          <p:nvPr/>
        </p:nvSpPr>
        <p:spPr>
          <a:xfrm>
            <a:off x="804672" y="37627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3" y="3836457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33756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bajo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325112" y="3337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20" name="Shape 14"/>
          <p:cNvSpPr/>
          <p:nvPr/>
        </p:nvSpPr>
        <p:spPr>
          <a:xfrm>
            <a:off x="4581144" y="37627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845" y="3836457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85232" y="333756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diario 9am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8101584" y="3337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24" name="Shape 17"/>
          <p:cNvSpPr/>
          <p:nvPr/>
        </p:nvSpPr>
        <p:spPr>
          <a:xfrm>
            <a:off x="8357616" y="37627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317" y="3836457"/>
            <a:ext cx="419527" cy="4195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61704" y="333756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en PDF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548640" y="49834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28" name="Shape 20"/>
          <p:cNvSpPr/>
          <p:nvPr/>
        </p:nvSpPr>
        <p:spPr>
          <a:xfrm>
            <a:off x="804672" y="54086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73" y="5482377"/>
            <a:ext cx="419527" cy="41952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08760" y="498348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por WhatsApp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4325112" y="49834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32" name="Shape 23"/>
          <p:cNvSpPr/>
          <p:nvPr/>
        </p:nvSpPr>
        <p:spPr>
          <a:xfrm>
            <a:off x="4581144" y="54086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845" y="5482377"/>
            <a:ext cx="419527" cy="41952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85232" y="498348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el celular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8101584" y="49834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36" name="Shape 26"/>
          <p:cNvSpPr/>
          <p:nvPr/>
        </p:nvSpPr>
        <p:spPr>
          <a:xfrm>
            <a:off x="8357616" y="54086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317" y="5482377"/>
            <a:ext cx="419527" cy="419527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061704" y="498348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esto en la práctica?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3728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372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por vendedor, por día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04208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40420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para hacer pedidos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44688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4468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stock en tiempo real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434840"/>
            <a:ext cx="5486400" cy="54864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01488" y="141732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021" y="1571854"/>
            <a:ext cx="879653" cy="8796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Sumáte a TuStockApp y transformá la forma en que tus clientes te compran.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61208" y="4480560"/>
            <a:ext cx="5669280" cy="1051560"/>
          </a:xfrm>
          <a:prstGeom prst="roundRect">
            <a:avLst>
              <a:gd name="adj" fmla="val 13043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81248" y="47091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514" y="4786427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4208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 de prueba gratis, sin compromiso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04208" y="4965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Probalo con tu propio catálogo antes de decidir nada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61208" y="5669280"/>
            <a:ext cx="5669280" cy="914400"/>
          </a:xfrm>
          <a:prstGeom prst="roundRect">
            <a:avLst>
              <a:gd name="adj" fmla="val 15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581248" y="5852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571" y="592348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4208" y="5779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acompañamos personalmente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404208" y="6089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Visitamos a tus clientes uno por uno para enseñarles a usar la app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un paso más allá del vendedor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detecta cuando un cliente pidió un producto la semana pasada y todavía no lo volvió a pedir esta semana.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clic le mandás el recordatorio, antes de que se acuerde de llamarte a vos.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semana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repetir activa el aviso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recuerda todos los días, sin que vos lo llames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cliente activó las notificaciones y todavía no hizo su pedido en el día, TuStockApp le manda un aviso al celular para que no se olvide.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automático, todos los días — como si vos mismo lo estuvieras llamando.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9:00 am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días, hora Uruguay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meses de prueba, con nosotros al lado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tus 90 días de prueba, visitamos personalmente a cada uno de tus clientes para enseñarles a pedir desde la app.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seguís vendiendo mientras tanto — la capacitación corre por nuestra cuenta.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días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acompañamiento incluido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2026-08-03T13:34:55Z</dcterms:created>
  <dcterms:modified xsi:type="dcterms:W3CDTF">2026-08-03T13:34:55Z</dcterms:modified>
</cp:coreProperties>
</file>