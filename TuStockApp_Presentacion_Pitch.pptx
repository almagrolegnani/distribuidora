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943600" cy="5943600"/>
          </a:xfrm>
          <a:prstGeom prst="ellipse">
            <a:avLst/>
          </a:prstGeom>
          <a:solidFill>
            <a:srgbClr val="00A89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486400"/>
            <a:ext cx="1463040" cy="14630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TuStockApp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77240" y="3520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más simple de que tus clientes hagan pedidos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77240" y="4069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esperas. Sin llamadas. Sin recorrer la ciudad entera para tomar un pedido.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costo oculto de vender puerta a puerta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794" y="1689354"/>
            <a:ext cx="507492" cy="5074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618488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vendedores recorren más de 150 almacenes por día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770632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94" y="2859786"/>
            <a:ext cx="507492" cy="5074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27889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 para toda la flota, todos los días del mes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48640" y="3941064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" y="4030218"/>
            <a:ext cx="507492" cy="5074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63040" y="3959352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espera a que llegue el vendedor para recién ahí poder pedir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5111496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" y="5200650"/>
            <a:ext cx="507492" cy="5074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63040" y="512978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tanto, el almacén deja de atender a sus propios clientes</a:t>
            </a: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7772400" y="1600200"/>
            <a:ext cx="3886200" cy="4480560"/>
          </a:xfrm>
          <a:prstGeom prst="roundRect">
            <a:avLst>
              <a:gd name="adj" fmla="val 2824"/>
            </a:avLst>
          </a:prstGeom>
          <a:solidFill>
            <a:srgbClr val="E8F5F3"/>
          </a:solidFill>
          <a:ln/>
        </p:spPr>
      </p:sp>
      <p:sp>
        <p:nvSpPr>
          <p:cNvPr id="16" name="Shape 10"/>
          <p:cNvSpPr/>
          <p:nvPr/>
        </p:nvSpPr>
        <p:spPr>
          <a:xfrm>
            <a:off x="9349740" y="19202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4838" y="2015338"/>
            <a:ext cx="541325" cy="54132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772400" y="283464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6600" dirty="0"/>
          </a:p>
        </p:txBody>
      </p:sp>
      <p:sp>
        <p:nvSpPr>
          <p:cNvPr id="19" name="Text 12"/>
          <p:cNvSpPr/>
          <p:nvPr/>
        </p:nvSpPr>
        <p:spPr>
          <a:xfrm>
            <a:off x="7955280" y="4069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por día, por cada vendedor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Damos vuelta la ecuación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cliente entra a TuStockApp cuando quiere, ve el catálogo actualizado de su distribuidora, y hace su pedido en minutos.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esperar a nadie. Las 24 horas, los 365 días del año.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siempre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gana la distribuidora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227" y="1951787"/>
            <a:ext cx="439826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real en combustible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recorridos innecesarios: el cliente carga su propio pedido cuando quiere.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67" y="1951787"/>
            <a:ext cx="439826" cy="43982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dependencia de vendedores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40080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catálogo y el pedido los resuelve la app, no hace falta visitar cada almacén.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27" y="4192067"/>
            <a:ext cx="439826" cy="43982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en tiempo real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296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actualiza automáticamente con cada pedido, sin errores de conteo manual.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2648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067" y="4192067"/>
            <a:ext cx="439826" cy="43982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vez menos vendedores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0080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Cuantos más clientes se acostumbran a pedir solos, menos gente necesitás en la calle.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gana cada almacén cliente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227" y="1951787"/>
            <a:ext cx="439826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cuando quiere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cualquier hora, sin esperar a que pase el vendedor.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67" y="1951787"/>
            <a:ext cx="439826" cy="43982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fotos y precios reales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40080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producto con su foto, precio actualizado y stock disponible.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27" y="4192067"/>
            <a:ext cx="439826" cy="43982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descuentos, automáticos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296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tiene un descuento especial, se aplica solo, sin tener que pedirlo.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2648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067" y="4192067"/>
            <a:ext cx="439826" cy="43982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instala como una app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0080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 en la pantalla del celular, sin pasar por ninguna tienda de aplicaciones.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Así de simple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4874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9499" y="1959559"/>
            <a:ext cx="744322" cy="74432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17170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3"/>
          <p:cNvSpPr/>
          <p:nvPr/>
        </p:nvSpPr>
        <p:spPr>
          <a:xfrm>
            <a:off x="217170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distribuidora da de alta al cliente y le entrega un código único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10896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18338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139" y="1959559"/>
            <a:ext cx="744322" cy="74432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0634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8"/>
          <p:cNvSpPr/>
          <p:nvPr/>
        </p:nvSpPr>
        <p:spPr>
          <a:xfrm>
            <a:off x="50063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338328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entra a TuStockApp con ese código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94360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701802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779" y="1959559"/>
            <a:ext cx="744322" cy="74432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4098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3"/>
          <p:cNvSpPr/>
          <p:nvPr/>
        </p:nvSpPr>
        <p:spPr>
          <a:xfrm>
            <a:off x="78409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621792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el catálogo y arma su pedido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77824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6"/>
          <p:cNvSpPr/>
          <p:nvPr/>
        </p:nvSpPr>
        <p:spPr>
          <a:xfrm>
            <a:off x="985266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3419" y="1959559"/>
            <a:ext cx="744322" cy="744322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1067562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4" name="Text 18"/>
          <p:cNvSpPr/>
          <p:nvPr/>
        </p:nvSpPr>
        <p:spPr>
          <a:xfrm>
            <a:off x="106756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05256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distribuidora recibe el pedido y lo gestiona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distribuidora, su propio mundo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794" y="1780794"/>
            <a:ext cx="507492" cy="5074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70992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cliente ve solo el catálogo de SU distribuidora, nunca el de otra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94" y="2969514"/>
            <a:ext cx="507492" cy="5074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289864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con código único, entregado por la propia distribuidora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406908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" y="4158234"/>
            <a:ext cx="507492" cy="5074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08760" y="408736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por RUT o Cédula del comercio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525780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" y="5346954"/>
            <a:ext cx="507492" cy="5074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08760" y="527608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para resolver cualquier problema, sin exponer contraseñas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lo que ya incluye TuStockApp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373" y="2190537"/>
            <a:ext cx="419527" cy="4195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de producto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325112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8" name="Shape 5"/>
          <p:cNvSpPr/>
          <p:nvPr/>
        </p:nvSpPr>
        <p:spPr>
          <a:xfrm>
            <a:off x="4581144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845" y="2190537"/>
            <a:ext cx="419527" cy="41952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85232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 desglosado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101584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12" name="Shape 8"/>
          <p:cNvSpPr/>
          <p:nvPr/>
        </p:nvSpPr>
        <p:spPr>
          <a:xfrm>
            <a:off x="8357616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1317" y="2190537"/>
            <a:ext cx="419527" cy="41952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061704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Descuentos por cliente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16" name="Shape 11"/>
          <p:cNvSpPr/>
          <p:nvPr/>
        </p:nvSpPr>
        <p:spPr>
          <a:xfrm>
            <a:off x="804672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373" y="3836457"/>
            <a:ext cx="419527" cy="41952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stock bajo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4325112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0" name="Shape 14"/>
          <p:cNvSpPr/>
          <p:nvPr/>
        </p:nvSpPr>
        <p:spPr>
          <a:xfrm>
            <a:off x="4581144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845" y="3836457"/>
            <a:ext cx="419527" cy="41952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285232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 automáticos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101584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4" name="Shape 17"/>
          <p:cNvSpPr/>
          <p:nvPr/>
        </p:nvSpPr>
        <p:spPr>
          <a:xfrm>
            <a:off x="8357616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1317" y="3836457"/>
            <a:ext cx="419527" cy="419527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061704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Comprobante en PDF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548640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8" name="Shape 20"/>
          <p:cNvSpPr/>
          <p:nvPr/>
        </p:nvSpPr>
        <p:spPr>
          <a:xfrm>
            <a:off x="804672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8373" y="5482377"/>
            <a:ext cx="419527" cy="419527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508760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por WhatsApp</a:t>
            </a:r>
            <a:endParaRPr lang="en-US" sz="1400" dirty="0"/>
          </a:p>
        </p:txBody>
      </p:sp>
      <p:sp>
        <p:nvSpPr>
          <p:cNvPr id="31" name="Shape 22"/>
          <p:cNvSpPr/>
          <p:nvPr/>
        </p:nvSpPr>
        <p:spPr>
          <a:xfrm>
            <a:off x="4325112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32" name="Shape 23"/>
          <p:cNvSpPr/>
          <p:nvPr/>
        </p:nvSpPr>
        <p:spPr>
          <a:xfrm>
            <a:off x="4581144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4845" y="5482377"/>
            <a:ext cx="419527" cy="419527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85232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el celular</a:t>
            </a:r>
            <a:endParaRPr lang="en-US" sz="1400" dirty="0"/>
          </a:p>
        </p:txBody>
      </p:sp>
      <p:sp>
        <p:nvSpPr>
          <p:cNvPr id="35" name="Shape 25"/>
          <p:cNvSpPr/>
          <p:nvPr/>
        </p:nvSpPr>
        <p:spPr>
          <a:xfrm>
            <a:off x="8101584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36" name="Shape 26"/>
          <p:cNvSpPr/>
          <p:nvPr/>
        </p:nvSpPr>
        <p:spPr>
          <a:xfrm>
            <a:off x="8357616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1317" y="5482377"/>
            <a:ext cx="419527" cy="419527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9061704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día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significa esto en la práctica?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372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6372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por vendedor, por día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40420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40420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para hacer pedidos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4468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24468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de stock en tiempo real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434840"/>
            <a:ext cx="5486400" cy="5486400"/>
          </a:xfrm>
          <a:prstGeom prst="ellipse">
            <a:avLst/>
          </a:prstGeom>
          <a:solidFill>
            <a:srgbClr val="00A896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501488" y="1417320"/>
            <a:ext cx="1188720" cy="11887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6021" y="1571854"/>
            <a:ext cx="879653" cy="879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88036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Empecemos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981048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Sumáte a TuStockApp y transformá la forma en que tus clientes te compran.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261208" y="4480560"/>
            <a:ext cx="5669280" cy="1051560"/>
          </a:xfrm>
          <a:prstGeom prst="roundRect">
            <a:avLst>
              <a:gd name="adj" fmla="val 13043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3581248" y="47091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514" y="4786427"/>
            <a:ext cx="439826" cy="43982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04208" y="4617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días de prueba gratis, sin compromiso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404208" y="49651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Probalo con tu propio catálogo antes de decidir nada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261208" y="5669280"/>
            <a:ext cx="5669280" cy="914400"/>
          </a:xfrm>
          <a:prstGeom prst="roundRect">
            <a:avLst>
              <a:gd name="adj" fmla="val 15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3581248" y="58521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2571" y="5923483"/>
            <a:ext cx="405994" cy="40599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04208" y="57790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acompañamos personalmente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404208" y="608990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Visitamos a tus clientes uno por uno para enseñarles a usar la app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2026-08-03T13:34:55Z</dcterms:created>
  <dcterms:modified xsi:type="dcterms:W3CDTF">2026-08-03T13:34:55Z</dcterms:modified>
</cp:coreProperties>
</file>