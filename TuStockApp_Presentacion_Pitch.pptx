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7" r:id="rId18"/>
    <p:sldId id="269" r:id="rId20"/>
    <p:sldId id="260" r:id="rId6"/>
    <p:sldId id="261" r:id="rId7"/>
    <p:sldId id="262" r:id="rId8"/>
    <p:sldId id="263" r:id="rId9"/>
    <p:sldId id="264" r:id="rId10"/>
    <p:sldId id="268" r:id="rId19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A89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463040" cy="1463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TuStockApp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7724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más simple de que tus clientes hagan pedidos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esperas. Sin llamadas. Sin recorrer la ciudad entera para tomar un pedido.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oculto de vender puerta a puerta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68935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61848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vendedores recorren más de 150 almacenes por día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70632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859786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2788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para toda la flota, todos los días del mes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3941064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030218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395935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espera a que llegue el vendedor para recién ahí poder pedir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111496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200650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63040" y="512978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tanto, el almacén deja de atender a sus propios clientes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7772400" y="1600200"/>
            <a:ext cx="3886200" cy="4480560"/>
          </a:xfrm>
          <a:prstGeom prst="roundRect">
            <a:avLst>
              <a:gd name="adj" fmla="val 2824"/>
            </a:avLst>
          </a:prstGeom>
          <a:solidFill>
            <a:srgbClr val="E8F5F3"/>
          </a:solidFill>
          <a:ln/>
        </p:spPr>
      </p:sp>
      <p:sp>
        <p:nvSpPr>
          <p:cNvPr id="16" name="Shape 10"/>
          <p:cNvSpPr/>
          <p:nvPr/>
        </p:nvSpPr>
        <p:spPr>
          <a:xfrm>
            <a:off x="934974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38" y="2015338"/>
            <a:ext cx="541325" cy="5413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772400" y="283464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600" dirty="0"/>
          </a:p>
        </p:txBody>
      </p:sp>
      <p:sp>
        <p:nvSpPr>
          <p:cNvPr id="19" name="Text 12"/>
          <p:cNvSpPr/>
          <p:nvPr/>
        </p:nvSpPr>
        <p:spPr>
          <a:xfrm>
            <a:off x="795528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día, por cada vendedor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Damos vuelta la ecuación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entra a TuStockApp cuando quiere, ve el catálogo actualizado de su distribuidora, y hace su pedido en minutos.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esperar a nadie. Las 24 horas, los 365 días del año.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siempre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la distribuidora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real en combustible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recorridos innecesarios: el cliente carga su propio pedido cuando quiere.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dependencia de vendedores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catálogo y el pedido los resuelve la app, no hace falta visitar cada almacén.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tiempo real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automáticamente con cada pedido, sin errores de conteo manual.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menos vendedores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Cuantos más clientes se acostumbran a pedir solos, menos gente necesitás en la calle.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cada almacén cliente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cuando quiere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sin esperar a que pase el vendedor.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fotos y precios reales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producto con su foto, precio actualizado y si está disponible.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descuentos, automáticos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un descuento especial, se aplica solo, sin tener que pedirlo.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una app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en la pantalla del celular, sin pasar por ninguna tienda de aplicaciones.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de simple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4874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99" y="1959559"/>
            <a:ext cx="744322" cy="74432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7170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3"/>
          <p:cNvSpPr/>
          <p:nvPr/>
        </p:nvSpPr>
        <p:spPr>
          <a:xfrm>
            <a:off x="21717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da de alta al cliente y le entrega un código único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0896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18338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139" y="1959559"/>
            <a:ext cx="744322" cy="74432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0634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50063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38328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entra a TuStockApp con ese código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94360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701802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779" y="1959559"/>
            <a:ext cx="744322" cy="74432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4098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3"/>
          <p:cNvSpPr/>
          <p:nvPr/>
        </p:nvSpPr>
        <p:spPr>
          <a:xfrm>
            <a:off x="78409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21792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catálogo y arma su pedido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77824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6"/>
          <p:cNvSpPr/>
          <p:nvPr/>
        </p:nvSpPr>
        <p:spPr>
          <a:xfrm>
            <a:off x="985266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3419" y="1959559"/>
            <a:ext cx="744322" cy="74432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067562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18"/>
          <p:cNvSpPr/>
          <p:nvPr/>
        </p:nvSpPr>
        <p:spPr>
          <a:xfrm>
            <a:off x="106756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05256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recibe el pedido y lo gestiona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distribuidora, su propio mundo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78079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0992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ve solo el catálogo de SU distribuidora, nunca el de otra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969514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8986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con código único, entregado por la propia distribuidora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406908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158234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408736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por RUT o Cédula del comercio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346954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527608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resolver cualquier problema, sin exponer contraseñas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que ya incluye TuStockApp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190537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producto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25112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8" name="Shape 5"/>
          <p:cNvSpPr/>
          <p:nvPr/>
        </p:nvSpPr>
        <p:spPr>
          <a:xfrm>
            <a:off x="4581144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845" y="2190537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desglosado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101584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2" name="Shape 8"/>
          <p:cNvSpPr/>
          <p:nvPr/>
        </p:nvSpPr>
        <p:spPr>
          <a:xfrm>
            <a:off x="8357616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317" y="2190537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61704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por cliente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6" name="Shape 11"/>
          <p:cNvSpPr/>
          <p:nvPr/>
        </p:nvSpPr>
        <p:spPr>
          <a:xfrm>
            <a:off x="804672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73" y="3836457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stock bajo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4325112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0" name="Shape 14"/>
          <p:cNvSpPr/>
          <p:nvPr/>
        </p:nvSpPr>
        <p:spPr>
          <a:xfrm>
            <a:off x="4581144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845" y="3836457"/>
            <a:ext cx="419527" cy="41952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85232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diario 9am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101584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4" name="Shape 17"/>
          <p:cNvSpPr/>
          <p:nvPr/>
        </p:nvSpPr>
        <p:spPr>
          <a:xfrm>
            <a:off x="8357616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1317" y="3836457"/>
            <a:ext cx="419527" cy="4195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61704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en PDF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548640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8" name="Shape 20"/>
          <p:cNvSpPr/>
          <p:nvPr/>
        </p:nvSpPr>
        <p:spPr>
          <a:xfrm>
            <a:off x="804672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373" y="5482377"/>
            <a:ext cx="419527" cy="41952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508760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por WhatsApp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4325112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2" name="Shape 23"/>
          <p:cNvSpPr/>
          <p:nvPr/>
        </p:nvSpPr>
        <p:spPr>
          <a:xfrm>
            <a:off x="4581144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4845" y="5482377"/>
            <a:ext cx="419527" cy="419527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85232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</a:t>
            </a:r>
            <a:endParaRPr lang="en-US" sz="1400" dirty="0"/>
          </a:p>
        </p:txBody>
      </p:sp>
      <p:sp>
        <p:nvSpPr>
          <p:cNvPr id="35" name="Shape 25"/>
          <p:cNvSpPr/>
          <p:nvPr/>
        </p:nvSpPr>
        <p:spPr>
          <a:xfrm>
            <a:off x="8101584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6" name="Shape 26"/>
          <p:cNvSpPr/>
          <p:nvPr/>
        </p:nvSpPr>
        <p:spPr>
          <a:xfrm>
            <a:off x="8357616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1317" y="5482377"/>
            <a:ext cx="419527" cy="419527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061704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día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significa esto en la práctica?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372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6372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vendedor, por día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0420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40420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para hacer pedidos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4468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4468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stock en tiempo real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434840"/>
            <a:ext cx="5486400" cy="548640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417320"/>
            <a:ext cx="1188720" cy="11887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6021" y="1571854"/>
            <a:ext cx="879653" cy="879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Empecemos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Sumáte a TuStockApp y transformá la forma en que tus clientes te compran.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261208" y="4480560"/>
            <a:ext cx="5669280" cy="1051560"/>
          </a:xfrm>
          <a:prstGeom prst="roundRect">
            <a:avLst>
              <a:gd name="adj" fmla="val 13043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581248" y="47091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514" y="4786427"/>
            <a:ext cx="439826" cy="4398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4208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de prueba gratis, sin compromiso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404208" y="4965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Probalo con tu propio catálogo antes de decidir nada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61208" y="5669280"/>
            <a:ext cx="5669280" cy="914400"/>
          </a:xfrm>
          <a:prstGeom prst="roundRect">
            <a:avLst>
              <a:gd name="adj" fmla="val 15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581248" y="5852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571" y="5923483"/>
            <a:ext cx="405994" cy="40599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4208" y="5779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acompañamos personalmente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404208" y="60899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Visitamos a tus clientes uno por uno para enseñarles a usar la app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 un paso más allá del vendedor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detecta cuando un cliente pidió un producto la semana pasada y todavía no lo volvió a pedir esta semana.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clic le mandás el recordatorio, antes de que se acuerde de llamarte a vos.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semana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repetir activa el aviso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recuerda todos los días, sin que vos lo llames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cliente activó las notificaciones y todavía no hizo su pedido en el día, TuStockApp le manda un aviso al celular para que no se olvide.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automático, todos los días — como si vos mismo lo estuvieras llamando.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9:00 am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días, hora Uruguay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meses de prueba, con nosotros al lado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tus 90 días de prueba, visitamos personalmente a cada uno de tus clientes para enseñarles a pedir desde la app.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seguís vendiendo mientras tanto — la capacitación corre por nuestra cuenta.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acompañamiento incluido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Promociones que avisan solas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regalo que te da la marca, un 2x1 puntual: activás la promoción en el producto y se muestra destacada en tu catálogo.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clientes reciben el aviso al celular en el momento, sin que vos les tengas que escribir uno por uno.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instante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entera cada cliente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2026-08-03T13:34:55Z</dcterms:created>
  <dcterms:modified xsi:type="dcterms:W3CDTF">2026-08-03T13:34:55Z</dcterms:modified>
</cp:coreProperties>
</file>