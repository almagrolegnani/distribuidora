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17"/>
    <p:sldId id="267" r:id="rId18"/>
    <p:sldId id="269" r:id="rId20"/>
    <p:sldId id="270" r:id="rId21"/>
    <p:sldId id="271" r:id="rId22"/>
    <p:sldId id="260" r:id="rId6"/>
    <p:sldId id="261" r:id="rId7"/>
    <p:sldId id="262" r:id="rId8"/>
    <p:sldId id="263" r:id="rId9"/>
    <p:sldId id="264" r:id="rId10"/>
    <p:sldId id="268" r:id="rId19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image" Target="../media/image-8-5.png"/><Relationship Id="rId2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image" Target="../media/image-8-5.png"/><Relationship Id="rId2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image" Target="../media/image-10-3.png"/><Relationship Id="rId2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image" Target="../media/image-8-4.png"/><Relationship Id="rId2" Type="http://schemas.openxmlformats.org/officeDocument/2006/relationships/slideLayout" Target="../slideLayouts/slideLayout1.xml"/></Relationships>
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image" Target="../media/image-8-5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943600" cy="5943600"/>
          </a:xfrm>
          <a:prstGeom prst="ellipse">
            <a:avLst/>
          </a:prstGeom>
          <a:solidFill>
            <a:srgbClr val="00A896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5486400"/>
            <a:ext cx="1463040" cy="14630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TuStockApp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77240" y="3520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más simple de que tus clientes hagan pedidos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77240" y="4069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esperas. Sin llamadas. Sin recorrer la ciudad entera para tomar un pedido.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costo oculto de vender puerta a puerta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794" y="1689354"/>
            <a:ext cx="507492" cy="5074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1618488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vendedor recorre unos 20 almacenes por día, de una cartera de 100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770632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794" y="2859786"/>
            <a:ext cx="507492" cy="5074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27889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Combustible para toda la flota, todos los días del mes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548640" y="3941064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94" y="4030218"/>
            <a:ext cx="507492" cy="5074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63040" y="3959352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espera a que llegue el vendedor para recién ahí poder pedir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5111496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94" y="5200650"/>
            <a:ext cx="507492" cy="50749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463040" y="5129784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Mientras tanto, el almacén deja de atender a sus propios clientes</a:t>
            </a:r>
            <a:endParaRPr lang="en-US" sz="1500" dirty="0"/>
          </a:p>
        </p:txBody>
      </p:sp>
      <p:sp>
        <p:nvSpPr>
          <p:cNvPr id="15" name="Shape 9"/>
          <p:cNvSpPr/>
          <p:nvPr/>
        </p:nvSpPr>
        <p:spPr>
          <a:xfrm>
            <a:off x="7772400" y="1600200"/>
            <a:ext cx="3886200" cy="4480560"/>
          </a:xfrm>
          <a:prstGeom prst="roundRect">
            <a:avLst>
              <a:gd name="adj" fmla="val 2824"/>
            </a:avLst>
          </a:prstGeom>
          <a:solidFill>
            <a:srgbClr val="E8F5F3"/>
          </a:solidFill>
          <a:ln/>
        </p:spPr>
      </p:sp>
      <p:sp>
        <p:nvSpPr>
          <p:cNvPr id="16" name="Shape 10"/>
          <p:cNvSpPr/>
          <p:nvPr/>
        </p:nvSpPr>
        <p:spPr>
          <a:xfrm>
            <a:off x="9349740" y="19202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4838" y="2015338"/>
            <a:ext cx="541325" cy="54132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772400" y="283464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600" dirty="0"/>
          </a:p>
        </p:txBody>
      </p:sp>
      <p:sp>
        <p:nvSpPr>
          <p:cNvPr id="19" name="Text 12"/>
          <p:cNvSpPr/>
          <p:nvPr/>
        </p:nvSpPr>
        <p:spPr>
          <a:xfrm>
            <a:off x="7955280" y="40690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almacenes por día, por cada vendedor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Damos vuelta la ecuación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cliente entra a TuStockApp cuando quiere, ve el catálogo actualizado de su distribuidora, y hace su pedido en minutos.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esperar a nadie. Las 24 horas, los 365 días del año.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siempre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gana la distribuidora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8F5F3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227" y="1951787"/>
            <a:ext cx="439826" cy="4398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856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real en combustible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2468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recorridos innecesarios: el cliente carga su propio pedido cuando quiere.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26480" y="160020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8F5F3"/>
          </a:solidFill>
          <a:ln/>
        </p:spPr>
      </p:sp>
      <p:sp>
        <p:nvSpPr>
          <p:cNvPr id="9" name="Shape 6"/>
          <p:cNvSpPr/>
          <p:nvPr/>
        </p:nvSpPr>
        <p:spPr>
          <a:xfrm>
            <a:off x="6400800" y="18745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067" y="1951787"/>
            <a:ext cx="439826" cy="43982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78040" y="1856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dependencia de vendedores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400800" y="2468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catálogo y el pedido los resuelve la app, no hace falta visitar cada almacén.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84048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8F5F3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114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227" y="4192067"/>
            <a:ext cx="439826" cy="43982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4096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en tiempo real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822960" y="470916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actualiza automáticamente con cada pedido, sin errores de conteo manual.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126480" y="384048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8F5F3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0" y="4114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067" y="4192067"/>
            <a:ext cx="439826" cy="43982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178040" y="4096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vez menos vendedores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400800" y="470916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Cuantos más clientes se acostumbran a pedir solos, menos gente necesitás en la calle.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gana cada almacén cliente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227" y="1951787"/>
            <a:ext cx="439826" cy="4398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856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cuando quiere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2468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cualquier hora, sin esperar a que pase el vendedor.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26480" y="160020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6400800" y="18745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067" y="1951787"/>
            <a:ext cx="439826" cy="43982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78040" y="1856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fotos y precios reales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400800" y="2468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producto con su foto, precio actualizado y si está disponible.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84048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114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227" y="4192067"/>
            <a:ext cx="439826" cy="43982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4096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descuentos, automáticos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822960" y="470916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tiene un descuento especial, se aplica solo, sin tener que pedirlo.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126480" y="384048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0" y="4114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067" y="4192067"/>
            <a:ext cx="439826" cy="43982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178040" y="4096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instala como una app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400800" y="470916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 en la pantalla del celular, sin pasar por ninguna tienda de aplicaciones.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Así de simple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348740" y="18288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9499" y="1959559"/>
            <a:ext cx="744322" cy="74432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171700" y="1691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3"/>
          <p:cNvSpPr/>
          <p:nvPr/>
        </p:nvSpPr>
        <p:spPr>
          <a:xfrm>
            <a:off x="217170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310896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distribuidora da de alta al cliente y le entrega un código único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108960" y="2057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4183380" y="18288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139" y="1959559"/>
            <a:ext cx="744322" cy="74432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06340" y="1691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8"/>
          <p:cNvSpPr/>
          <p:nvPr/>
        </p:nvSpPr>
        <p:spPr>
          <a:xfrm>
            <a:off x="50063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3383280" y="310896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entra a TuStockApp con ese código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943600" y="2057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7018020" y="18288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779" y="1959559"/>
            <a:ext cx="744322" cy="74432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840980" y="1691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3"/>
          <p:cNvSpPr/>
          <p:nvPr/>
        </p:nvSpPr>
        <p:spPr>
          <a:xfrm>
            <a:off x="784098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6217920" y="310896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el catálogo y arma su pedido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778240" y="2057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6"/>
          <p:cNvSpPr/>
          <p:nvPr/>
        </p:nvSpPr>
        <p:spPr>
          <a:xfrm>
            <a:off x="9852660" y="18288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3419" y="1959559"/>
            <a:ext cx="744322" cy="744322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10675620" y="1691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4" name="Text 18"/>
          <p:cNvSpPr/>
          <p:nvPr/>
        </p:nvSpPr>
        <p:spPr>
          <a:xfrm>
            <a:off x="1067562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052560" y="310896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distribuidora recibe el pedido y lo gestiona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distribuidora, su propio mundo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794" y="1780794"/>
            <a:ext cx="507492" cy="5074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70992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cliente ve solo el catálogo de SU distribuidora, nunca el de otra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88036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794" y="2969514"/>
            <a:ext cx="507492" cy="5074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08760" y="289864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con código único, entregado por la propia distribuidora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406908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94" y="4158234"/>
            <a:ext cx="507492" cy="5074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08760" y="408736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por RUT o Cédula del comercio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525780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94" y="5346954"/>
            <a:ext cx="507492" cy="50749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08760" y="527608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para resolver cualquier problema, sin exponer contraseñas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lo que ya incluye TuStockApp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" y="211683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8373" y="2190537"/>
            <a:ext cx="419527" cy="4195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69164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de producto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325112" y="169164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8" name="Shape 5"/>
          <p:cNvSpPr/>
          <p:nvPr/>
        </p:nvSpPr>
        <p:spPr>
          <a:xfrm>
            <a:off x="4581144" y="211683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845" y="2190537"/>
            <a:ext cx="419527" cy="41952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85232" y="169164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IVA desglosado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8101584" y="169164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12" name="Shape 8"/>
          <p:cNvSpPr/>
          <p:nvPr/>
        </p:nvSpPr>
        <p:spPr>
          <a:xfrm>
            <a:off x="8357616" y="211683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1317" y="2190537"/>
            <a:ext cx="419527" cy="41952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061704" y="169164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Descuentos por cliente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48640" y="333756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16" name="Shape 11"/>
          <p:cNvSpPr/>
          <p:nvPr/>
        </p:nvSpPr>
        <p:spPr>
          <a:xfrm>
            <a:off x="804672" y="37627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373" y="3836457"/>
            <a:ext cx="419527" cy="419527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333756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stock bajo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4325112" y="333756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20" name="Shape 14"/>
          <p:cNvSpPr/>
          <p:nvPr/>
        </p:nvSpPr>
        <p:spPr>
          <a:xfrm>
            <a:off x="4581144" y="37627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845" y="3836457"/>
            <a:ext cx="419527" cy="419527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285232" y="333756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 diario (2x)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8101584" y="333756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24" name="Shape 17"/>
          <p:cNvSpPr/>
          <p:nvPr/>
        </p:nvSpPr>
        <p:spPr>
          <a:xfrm>
            <a:off x="8357616" y="37627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1317" y="3836457"/>
            <a:ext cx="419527" cy="419527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9061704" y="333756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Comprobante en PDF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548640" y="498348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28" name="Shape 20"/>
          <p:cNvSpPr/>
          <p:nvPr/>
        </p:nvSpPr>
        <p:spPr>
          <a:xfrm>
            <a:off x="804672" y="540867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8373" y="5482377"/>
            <a:ext cx="419527" cy="419527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508760" y="498348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 por WhatsApp</a:t>
            </a:r>
            <a:endParaRPr lang="en-US" sz="1400" dirty="0"/>
          </a:p>
        </p:txBody>
      </p:sp>
      <p:sp>
        <p:nvSpPr>
          <p:cNvPr id="31" name="Shape 22"/>
          <p:cNvSpPr/>
          <p:nvPr/>
        </p:nvSpPr>
        <p:spPr>
          <a:xfrm>
            <a:off x="4325112" y="498348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32" name="Shape 23"/>
          <p:cNvSpPr/>
          <p:nvPr/>
        </p:nvSpPr>
        <p:spPr>
          <a:xfrm>
            <a:off x="4581144" y="540867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4845" y="5482377"/>
            <a:ext cx="419527" cy="419527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5285232" y="498348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Instalable en el celular</a:t>
            </a:r>
            <a:endParaRPr lang="en-US" sz="1400" dirty="0"/>
          </a:p>
        </p:txBody>
      </p:sp>
      <p:sp>
        <p:nvSpPr>
          <p:cNvPr id="35" name="Shape 25"/>
          <p:cNvSpPr/>
          <p:nvPr/>
        </p:nvSpPr>
        <p:spPr>
          <a:xfrm>
            <a:off x="8101584" y="498348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36" name="Shape 26"/>
          <p:cNvSpPr/>
          <p:nvPr/>
        </p:nvSpPr>
        <p:spPr>
          <a:xfrm>
            <a:off x="8357616" y="540867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1317" y="5482377"/>
            <a:ext cx="419527" cy="419527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9061704" y="498348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día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significa esto en la práctica?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3728" y="23774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63728" y="36118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almacenes por vendedor, por día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404208" y="23774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404208" y="36118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 para hacer pedidos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44688" y="23774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8244688" y="36118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de stock en tiempo real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434840"/>
            <a:ext cx="5486400" cy="5486400"/>
          </a:xfrm>
          <a:prstGeom prst="ellipse">
            <a:avLst/>
          </a:prstGeom>
          <a:solidFill>
            <a:srgbClr val="00A896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501488" y="1417320"/>
            <a:ext cx="1188720" cy="11887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6021" y="1571854"/>
            <a:ext cx="879653" cy="87965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88036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Empecemos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1981048" y="3794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Sumáte a TuStockApp y transformá la forma en que tus clientes te compran.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261208" y="4480560"/>
            <a:ext cx="5669280" cy="1051560"/>
          </a:xfrm>
          <a:prstGeom prst="roundRect">
            <a:avLst>
              <a:gd name="adj" fmla="val 13043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3581248" y="47091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8514" y="4786427"/>
            <a:ext cx="439826" cy="43982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404208" y="46177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días de prueba gratis, sin compromiso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404208" y="49651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Probalo con tu propio catálogo antes de decidir nada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261208" y="5669280"/>
            <a:ext cx="5669280" cy="914400"/>
          </a:xfrm>
          <a:prstGeom prst="roundRect">
            <a:avLst>
              <a:gd name="adj" fmla="val 15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3581248" y="585216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2571" y="5923483"/>
            <a:ext cx="405994" cy="40599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404208" y="57790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acompañamos personalmente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404208" y="6089904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Visitamos a tus clientes uno por uno para enseñarles a usar la app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 un paso más allá del vendedor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detecta cuando un cliente pidió un producto la semana pasada y todavía no lo volvió a pedir esta semana.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clic le mandás el recordatorio, antes de que se acuerde de llamarte a vos.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semana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repetir activa el aviso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recuerda todos los días, sin que vos lo llames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cliente activó las notificaciones y todavía no hizo su pedido en el día, TuStockApp le manda un aviso al celular a las 9:00 — y si a las 15:30 todavía no pidió nada, le llega un segundo aviso.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automático, hasta dos veces por día si hace falta — como si vos mismo lo estuvieras llamando.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9:00 y 15:30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posibles, hora Uruguay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meses de prueba, con nosotros al lado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tus 90 días de prueba, visitamos personalmente a cada uno de tus clientes para enseñarles a pedir desde la app.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seguís vendiendo mientras tanto — la capacitación corre por nuestra cuenta.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días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acompañamiento incluido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Promociones que avisan solas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regalo que te da la marca, un 2x1 puntual: activás la promoción en el producto y se muestra destacada en tu catálogo.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clientes reciben el aviso al celular en el momento, sin que vos les tengas que escribir uno por uno.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 instante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entera cada cliente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Más que pedidos: un vendedor en el bolsillo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cada cliente le recomienda solo lo que suele pedir, y le avisa apenas vuelve el producto que estaba esperando.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el vendedor que conoce a cada cliente, pero corriendo solo en su celular, las 24 horas.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trabajando por vos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"Pedime esto todos los martes"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que ya sabe exactamente qué necesita cada semana guarda su carrito como pedido recurrente, y listo: se genera solo, ese mismo día, sin que tenga que volver a entrar a la app.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producto se queda sin stock justo ese día, se saltea solo ese ítem — nunca se cancela el pedido entero.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clics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pedir esta semana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2026-08-03T13:34:55Z</dcterms:created>
  <dcterms:modified xsi:type="dcterms:W3CDTF">2026-08-03T13:34:55Z</dcterms:modified>
</cp:coreProperties>
</file>